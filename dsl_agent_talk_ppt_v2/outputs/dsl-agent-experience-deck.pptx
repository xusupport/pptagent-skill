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0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0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06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07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0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09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/slides/slide_1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强约束 DSL 智能体搭建经验</dc:title>
  <dc:subject>强约束 DSL 智能体搭建经验</dc:subject>
  <dc:creator>Codex</dc:creator>
  <cp:lastModifiedBy>Codex</cp:lastModifiedBy>
  <cp:revision>1</cp:revision>
  <dcterms:created xsi:type="dcterms:W3CDTF">2026-03-23T02:59:14Z</dcterms:created>
  <dcterms:modified xsi:type="dcterms:W3CDTF">2026-03-23T02:59:14Z</dcterms:modified>
</cp:coreProperties>
</file>